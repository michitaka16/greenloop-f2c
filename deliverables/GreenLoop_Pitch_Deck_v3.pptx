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GreenLoop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Farm-to-Consumer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Hydroponics 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AI Layers · Seed to Delivery · Every Decision Optimised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32004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MGMT 655 — AI &amp; Machine Learning  |  Week 8 Capstone  |  2026-04-24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/ 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Singapore's food security gap is structural — not seasonal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&gt;90%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food imported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COVID-19 — supply chains disrupted for months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Egg shortage — prices +40% in 6 weeks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Singapore commits SGD 70M ACTF fund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429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 2025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Swiss competitor Greenphyto AG raises CHF 12M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17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Competitors plan by hand — we plan by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2D6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Farm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Spreadsheet planning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cycles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bottlenecks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real-time re-plan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52B7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GreenLoop F2C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AI layers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50 ms re-plan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responses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resilience cascade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17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 — Demand Forecasting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quantile regression: what sells tomorrow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indoor-farm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Lag shipments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7d / 14d / 28d volumes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Rolling mean/std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2304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28-day window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Cyclical encoding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8712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pattern sin/cos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381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Day-of-week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34381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Mon–Sun dummies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005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 holiday flags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4005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CNY, Deepavali, Hari Raya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Rainy-day signal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Monsoon month proxy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304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Climate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304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Temp, humidity, CO₂ deviation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871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Tariff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8712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/ off-peak electricity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4381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Crop density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4381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Cross-crop market density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D8F3D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Quantile regression: q = 0.05 / 0.50 / 0.95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Upper CI (q=0.95) becomes Layer 2 production target → robust plan even at 95th demand percentile. 18 features × 10 crops × 3 quantiles.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/ 17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 — Farm Optimisation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OR-Tools MILP: profit-maximising plan in &lt; 50 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Hard Constraints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D8F3D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 Hours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8h LED/day per 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D8F3D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68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Tank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715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 500 L/day capacity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D8F3D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54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Window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06:00–22:00 (16h nominal / 6h typhoon)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D8F3DC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Rack Assignment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crop per tier, min harvest 2 kg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D8F3DC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468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Crop LED Needs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715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Species-specific PPFD requirements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D8F3DC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154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Harvest Labour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5 kg combined per day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50 ms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 time  ·  0% optimality gap  ·  proven optimal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577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Tariff-aware LED scheduling: peak LED OFF → off-peak ON. Electricity cost minimised, revenue maximised.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17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2b — Delivery Logistics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CVRPTW: 30 Singapore customers, Jurong depot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/ 30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 served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147 km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route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188.87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logistics cost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3716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 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 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Depot: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3063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Jurong Innovation District (1.3328°N, 103.7436°E)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3566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SG locations: supermarkets, restaurants, hotels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windows: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4069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06:00–10:00 (supermarkets) / 10:00–14:00 (restaurants) / 08:00–11:00 (hotels)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4572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trucks × 200 kg capacity = 600 kg total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074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Haversine: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5074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×1.4 factor for road-network distance vs great-circle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17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 — Climate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PPO RL: autonomous environment management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22°C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D8F3DC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06040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Humidity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D8F3D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800 ppm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3716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D8F3DC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03720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Moisture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function — escalating penalty weights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×1000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violation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48840" y="30175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D8F3DC"/>
          </a:solidFill>
          <a:ln/>
        </p:spPr>
      </p:sp>
      <p:sp>
        <p:nvSpPr>
          <p:cNvPr id="23" name="Text 21"/>
          <p:cNvSpPr/>
          <p:nvPr/>
        </p:nvSpPr>
        <p:spPr>
          <a:xfrm>
            <a:off x="214884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×50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1488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Wastewater exceedance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30175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D8F3DC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×10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4048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deviation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32120" y="30175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D8F3DC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3212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waste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23760" y="30175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D8F3DC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×1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2376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Yield progress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Gymnasium simulation  ·  500K timesteps  ·  Stable-Baselines3 PPO  ·  &lt; 1 hr training on laptop GPU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/ 17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4 — Customer Segmentation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k=4 + UMAP: 4 behavioural clusters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Organic Subscribers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≥6 orders/month · &gt;60% organic · weekly subscription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Bulk Buyers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&gt;SGD 60 basket · &gt;40% bulk · quarterly contract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Live Commerce Fans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&gt;45% live purchases · engagement-driven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🛒 Casual Shoppers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520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 orders · &lt;SGD 35 basket · retargeting targets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46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Silhouette 0.765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" y="5394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k=4 beats k=3 (0.698) and k=5 (0.742). UMAP preserves local + global cluster structure for dashboard scatter plot.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/ 17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Typhoon Resilience Cascade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 the button. Watch every layer respond.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447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Press Typhoon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64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window 12h → 6h. 30% grid outage probability.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591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🔋 UPS Activates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4-hour battery. Red countdown banner. RL agent forced OFF.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D8F3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735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🌾 Emergency Harvest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593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MILP re-solves. 12 crops early-harvested. Cold storage 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D8F3D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87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Demand Surge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079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+20% applied to tomorrow (rainy-day consumer behaviour).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Cascade 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12h → 6h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Outage risk: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 life: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hours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Crops saved: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tiers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434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MILP re-solve: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06640" y="4434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50 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not a delivery delay simulator. Every layer re-optimises autonomously.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/ 17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560320" cy="256032"/>
          </a:xfrm>
          <a:prstGeom prst="rect">
            <a:avLst>
              <a:gd name="adj" fmla="val 17857"/>
            </a:avLst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2.5  · 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Framework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readiness — not just a demo. 13 of 14 MGMT 655 phases complete.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1874520"/>
          </a:xfrm>
          <a:prstGeom prst="roundRect">
            <a:avLst>
              <a:gd name="adj" fmla="val 4878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8013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 Phase 7 Red-Team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 adversarial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scenarios × 6 layers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passing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poisoning · Prompt injection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 stress · Reward hacking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3264408"/>
            <a:ext cx="1417320" cy="228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644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3 PASS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931920" cy="1874520"/>
          </a:xfrm>
          <a:prstGeom prst="roundRect">
            <a:avLst>
              <a:gd name="adj" fmla="val 4878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8013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🚦  Phase 8 Deployment Gate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2402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gates × 25 criteria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PASS · 1 CONDITIONAL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 ship for pilot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· Business · Risk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· Monitoring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3264408"/>
            <a:ext cx="1417320" cy="228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2644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5 PASS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931920" cy="1874520"/>
          </a:xfrm>
          <a:prstGeom prst="roundRect">
            <a:avLst>
              <a:gd name="adj" fmla="val 4878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858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  Phase 5 Implications Audit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2976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stakeholders mapped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HIGH bias identified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 in Gate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 workers: automation anxiety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Mitigated via Advisory mode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5321808"/>
            <a:ext cx="1417320" cy="228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3218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4 PASS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3749040"/>
            <a:ext cx="3931920" cy="1874520"/>
          </a:xfrm>
          <a:prstGeom prst="roundRect">
            <a:avLst>
              <a:gd name="adj" fmla="val 4878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858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Phase 13 Drift Monitor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42976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checks × 3 drift 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KS tests · Reward drift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for Phase 1 prod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· Performance · Concept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YAML-scheduled hourly to weekly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5321808"/>
            <a:ext cx="1417320" cy="2286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53218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CHECKS ACTIVE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5897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D6A4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943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Retrospective documentation (analyze + redteam × 4 phases) — time-constrained but transparent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17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Sustainability — Live Computed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 less water · 87% less CO₂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water vs.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conventional farming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L/kg vs 20 L/kg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 Singapore 2019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CO₂ vs.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conventional farming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 vs 2.5 kg-CO₂/kg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SFA 2023 lifecycle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Computed live from Layer 2 plan: LED schedule × rack count × watering frequency × engineering formulas. Not hardcoded.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/ 17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5 — Investor Q&amp;A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RAG: ChromaDB + sentence-transformers + Claude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vector DB · 50 docs · MMR 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MiniLM-L6-v2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384-dim embeddings · 22M params · local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$0.25/1M tokens · 200K context · Constitutional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4688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Mode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Pre-cached answers when API unavailable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queries answered live: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is the farm located? → Jurong Innovation District, 15km from CBD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988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much water do you save? → 95% less than conventional (2 L/kg vs 20 L/kg)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9743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it pesticide-free? → Yes — integrated pest management, zero pesticide residue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449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you have food safety certification? → HACCP plan in progress, SFA inspection Q3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/ 17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SaaS + B2C subscription + AI licensing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SaaS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 OS License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8K/rack/year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480K ARR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D8F3D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B2C Boxes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 boxes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 GMV commission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180K ARR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D8F3D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Licensing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licensing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One-time + support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60K ARR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1371600"/>
            <a:ext cx="2926080" cy="3200400"/>
          </a:xfrm>
          <a:prstGeom prst="roundRect">
            <a:avLst>
              <a:gd name="adj" fmla="val 3125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ACV: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8,000/rack/yr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 size: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racks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Gross margin: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3429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Payback: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months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CAC/LTV: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82296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00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Year 1 ARR: SGD 720K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/ 17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pilot → Phase 2 scale → Phase 3 licensing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farms · Jurong/Lim Chu Kang/Woodlands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 equity · SGD 80K · 12 weeks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371600"/>
            <a:ext cx="2651760" cy="5486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farms · SG + Malaysia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500K ARR · B2C subscription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6364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licensing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SFA national monitoring partnership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074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Swiss competitor Greenphyto entered Singapore January 2025. ACTF fund open. First-mover advantage in AI-native farm OS.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/ 17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of technical and commercial readiness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0.765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30/30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VRP customers served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3716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50 ms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MILP solve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4114800" cy="2834640"/>
          </a:xfrm>
          <a:prstGeom prst="roundRect">
            <a:avLst>
              <a:gd name="adj" fmla="val 3226"/>
            </a:avLst>
          </a:prstGeom>
          <a:solidFill>
            <a:srgbClr val="D8F3D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Suite — 434 tests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· mocking allowed · &lt; 1s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tests: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· 38 hostile-input scenarios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tests: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· deployment gate criteria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 tests: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· 22 monitoring checks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394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tests: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5394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· 14 drift checks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1B4332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 — 26 decisions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decisions: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 documented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Retrospective docs: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(analyze + redteam × 4)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Phases completed: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of 14 MGMT 655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4937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 checks: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across 6 layers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5394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Implications: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0" y="5394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stakeholders × 3 categories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/ 17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Pilot — 3 farms, 12 weeks, SGD 80K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80,000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D8F3D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396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139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D8F3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98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7980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weeks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D8F3D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564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456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pilot farms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0507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D8F3D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+ dataset + monitoring infra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920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sensors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1920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25K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 training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2468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20K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017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infra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3017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15K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566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operations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12K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114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Contingency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41148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SGD 8K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next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5257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2: Install sensors on 3 pilot farms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623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6: First Singapore-specific model retraining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12: Governance review → Phase 2 decision gate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/ 17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F9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697480"/>
            <a:ext cx="27432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GreenLoop F2C — Farm-to-Consumer Vertical Hydroponics 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Takahide Kawabe  ·  QN  ·  Claude AI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MGMT 655 — AI &amp; Machine Learning  |  Week 8 Capstone  |  2026-04-24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github.com/michitaka16/Greenloop-F2C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Grow smarter. Plan faster. Ship everywhere.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6858000"/>
            <a:ext cx="9144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GreenLoop F2C — Pitch Deck v3</dc:title>
  <dc:subject>PptxGenJS Presentation</dc:subject>
  <dc:creator>GreenLoop Team</dc:creator>
  <cp:lastModifiedBy>GreenLoop Team</cp:lastModifiedBy>
  <cp:revision>1</cp:revision>
  <dcterms:created xsi:type="dcterms:W3CDTF">2026-04-24T06:55:16Z</dcterms:created>
  <dcterms:modified xsi:type="dcterms:W3CDTF">2026-04-24T06:55:16Z</dcterms:modified>
</cp:coreProperties>
</file>